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>
                <a:solidFill>
                  <a:srgbClr val="FFFFFF"/>
                </a:solidFill>
              </a:rPr>
              <a:t>Gioia nel Signore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>
                <a:solidFill>
                  <a:srgbClr val="FFFFFF"/>
                </a:solidFill>
              </a:rPr>
              <a:t>Strofa 1</a:t>
            </a:r>
            <a:br/>
            <a:r>
              <a:t>La gioia del Signore è la mia forza</a:t>
            </a:r>
            <a:br/>
            <a:r>
              <a:t>la sua luce illumina il mio cuore</a:t>
            </a:r>
            <a:br/>
            <a:r>
              <a:t>nel suo amore cammino ogni giorno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>
                <a:solidFill>
                  <a:srgbClr val="FFFFFF"/>
                </a:solidFill>
              </a:rPr>
              <a:t>Ritornello</a:t>
            </a:r>
            <a:br/>
            <a:r>
              <a:t>Gioia, gioia nel Signore</a:t>
            </a:r>
            <a:br/>
            <a:r>
              <a:t>gioia nel suo santo nome</a:t>
            </a:r>
            <a:br/>
            <a:r>
              <a:t>gioia piena nel mio cuore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>
                <a:solidFill>
                  <a:srgbClr val="FFFFFF"/>
                </a:solidFill>
              </a:rPr>
              <a:t>Strofa 2</a:t>
            </a:r>
            <a:br/>
            <a:r>
              <a:t>Quando il buio sembra avvicinarsi</a:t>
            </a:r>
            <a:br/>
            <a:r>
              <a:t>e la strada sembra troppo lunga</a:t>
            </a:r>
            <a:br/>
            <a:r>
              <a:t>la sua mano mi sorregge sempre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