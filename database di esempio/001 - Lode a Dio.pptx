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Lode a Dio</a:t>
            </a:r>
            <a:br/>
            <a:r>
              <a:t>nell'alto dei cieli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Strofa 1</a:t>
            </a:r>
            <a:br/>
            <a:r>
              <a:t>Lode a te Signore</a:t>
            </a:r>
            <a:br/>
            <a:r>
              <a:t>che regni nei cieli</a:t>
            </a:r>
            <a:br/>
            <a:r>
              <a:t>per sempre con noi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Ritornello</a:t>
            </a:r>
            <a:br/>
            <a:r>
              <a:t>Alleluia, alleluia</a:t>
            </a:r>
            <a:br/>
            <a:r>
              <a:t>lode a te o Signore</a:t>
            </a:r>
            <a:br/>
            <a:r>
              <a:t>alleluia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Strofa 2</a:t>
            </a:r>
            <a:br/>
            <a:r>
              <a:t>Tu sei la nostra luce</a:t>
            </a:r>
            <a:br/>
            <a:r>
              <a:t>il nostro cammino</a:t>
            </a:r>
            <a:br/>
            <a:r>
              <a:t>nella notte oscura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