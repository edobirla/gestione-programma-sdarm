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Anima Christi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Anima di Cristo santificami</a:t>
            </a:r>
            <a:br/>
            <a:r>
              <a:t>Corpo di Cristo salvami</a:t>
            </a:r>
            <a:br/>
            <a:r>
              <a:t>Sangue di Cristo inebriami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Acqua del costato di Cristo lavami</a:t>
            </a:r>
            <a:br/>
            <a:r>
              <a:t>Passione di Cristo confortami</a:t>
            </a:r>
            <a:br/>
            <a:r>
              <a:t>O buon Gesù esaudiscimi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Nel tuo profondo mi nascondi</a:t>
            </a:r>
            <a:br/>
            <a:r>
              <a:t>dal maligno proteggimi</a:t>
            </a:r>
            <a:br/>
            <a:r>
              <a:t>nell'ora della morte chiamami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E comanda che io venga a te</a:t>
            </a:r>
            <a:br/>
            <a:r>
              <a:t>acciocché con i tuoi Santi ti lodi</a:t>
            </a:r>
            <a:br/>
            <a:r>
              <a:t>nei secoli dei secoli. Amen.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