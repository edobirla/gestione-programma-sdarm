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Santo Santo Santo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Santo, Santo, Santo</a:t>
            </a:r>
            <a:br/>
            <a:r>
              <a:t>è il Signore Dio dell'universo</a:t>
            </a:r>
            <a:br/>
            <a:r>
              <a:t>i cieli e la terra sono pieni della sua gloria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Osanna nell'alto dei cieli</a:t>
            </a:r>
            <a:br/>
            <a:r>
              <a:t>bendetto colui che viene</a:t>
            </a:r>
            <a:br/>
            <a:r>
              <a:t>nel nome del Signore</a:t>
            </a:r>
            <a:br/>
            <a:r>
              <a:t>osanna nell'alto dei cieli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