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Alleluia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Strofa 1</a:t>
            </a:r>
            <a:br/>
            <a:r>
              <a:t>Alleluia, canta il cuore</a:t>
            </a:r>
            <a:br/>
            <a:r>
              <a:t>alleluia, canta l'anima</a:t>
            </a:r>
            <a:br/>
            <a:r>
              <a:t>alleluia al Signor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FFFFFF"/>
                </a:solidFill>
              </a:rPr>
              <a:t>Strofa 2</a:t>
            </a:r>
            <a:br/>
            <a:r>
              <a:t>Nel tuo nome ci raccogliamo</a:t>
            </a:r>
            <a:br/>
            <a:r>
              <a:t>nel tuo spirito camminiamo</a:t>
            </a:r>
            <a:br/>
            <a:r>
              <a:t>alleluia al Signor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