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>
                <a:solidFill>
                  <a:srgbClr val="FFFFFF"/>
                </a:solidFill>
              </a:rPr>
              <a:t>Padre Nostro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>
                <a:solidFill>
                  <a:srgbClr val="FFFFFF"/>
                </a:solidFill>
              </a:rPr>
              <a:t>Padre nostro che sei nei cieli</a:t>
            </a:r>
            <a:br/>
            <a:r>
              <a:t>sia santificato il tuo nome</a:t>
            </a:r>
            <a:br/>
            <a:r>
              <a:t>venga il tuo regno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>
                <a:solidFill>
                  <a:srgbClr val="FFFFFF"/>
                </a:solidFill>
              </a:rPr>
              <a:t>Sia fatta la tua volontà</a:t>
            </a:r>
            <a:br/>
            <a:r>
              <a:t>come in cielo così in terra</a:t>
            </a:r>
            <a:br/>
            <a:r>
              <a:t>dacci oggi il nostro pane quotidiano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>
                <a:solidFill>
                  <a:srgbClr val="FFFFFF"/>
                </a:solidFill>
              </a:rPr>
              <a:t>E rimetti a noi i nostri debiti</a:t>
            </a:r>
            <a:br/>
            <a:r>
              <a:t>come noi li rimettiamo</a:t>
            </a:r>
            <a:br/>
            <a:r>
              <a:t>ai nostri debitori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>
                <a:solidFill>
                  <a:srgbClr val="FFFFFF"/>
                </a:solidFill>
              </a:rPr>
              <a:t>E non ci indurre in tentazione</a:t>
            </a:r>
            <a:br/>
            <a:r>
              <a:t>ma liberaci dal male</a:t>
            </a:r>
            <a:br/>
            <a:r>
              <a:t>Amen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